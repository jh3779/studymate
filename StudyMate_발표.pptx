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기여도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우지훈 (PM/UX)</c:v>
                </c:pt>
                <c:pt idx="1">
                  <c:v>최백도 (Firebase)</c:v>
                </c:pt>
                <c:pt idx="2">
                  <c:v>윤재이 (AI)</c:v>
                </c:pt>
                <c:pt idx="3">
                  <c:v>강도현 (퀴즈/QA)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슬라이드입니다. 프로젝트명 StudyMate를 소개하며 팀원과 개발 스택을 간략히 언급합니다.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StudyMate의 핵심 개념을 소개합니다. 단순 메모 앱이 아니라, 입력 → AI 요약 → 퀴즈 생성의 흐름을 강조해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실제로 겪는 공부 문제를 설명하고, StudyMate가 어떻게 해결하는지 간결하게 말씀해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앱의 주요 사용자층을 설명합니다. MVP 단계에서는 팀원과 주변 학생 10~30명을 대상으로 테스트한다고 말씀해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6가지 핵심 기능을 설명합니다. 2주 MVP에서는 모든 기능을 빠짐없이 구현하는 것이 목표임을 강조해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앱을 어떻게 사용하는지 흐름을 설명합니다. 각 단계를 손으로 짚으며 설명하면 효과적입니다.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구조를 위에서 아래로 설명합니다. 사용자 → 앱 → Firebase → AI API 순서로 데이터가 흐른다는 점을 강조해 주세요. 보안 관련해서는 API Key를 앱에 직접 넣지 않는다는 점을 언급하세요.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스택을 설명합니다. Java 기반 Android 앱이고, Firebase로 인증과 DB를 처리하며, AI API를 통해 요약과 퀴즈를 생성한다고 설명해 주세요. MVP 전략에서는 핵심 흐름 우선 구현을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5가지 핵심 개발 요소를 설명합니다. 각 팀원이 하나씩 맡아서 병렬로 개발하는 구조임을 말씀해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4명이 각자 핵심 파트를 맡아 병렬 개발하는 구조를 설명합니다. 각 팀원의 이름과 역할을 한 명씩 소개해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 일정표입니다. 1주차는 앱 기반 구조와 Firebase 연동, 2주차는 AI 기능과 발표 준비에 집중합니다. 각 주의 마지막에 팀 전체가 진행 상황을 공유한다고 말씀해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간트차트입니다. 각 팀원의 작업이 어떤 일정으로 진행되는지 한눈에 보여줍니다. 1주차에 기반 구조를 완성하고, 2주차에 AI 기능을 붙이는 순서임을 설명해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구현 현황을 바탕으로 MVP 범위를 설명합니다. 오답노트와 마이페이지가 예상보다 일찍 완성되어 1순위 항목에 포함됐습니다. 이처럼 계획 대비 실제 진행 상황을 솔직하게 비교해 설명하면 발표 신뢰도가 높아집니다.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목표와 기대 효과를 설명합니다. 2주 안에 핵심 흐름을 시연 가능한 수준으로 완성하는 것이 목표임을 강조하고, 향후 확장 가능성도 간략히 언급해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슬라이드입니다. StudyMate의 핵심 가치를 한 문장으로 다시 강조하고, Q&amp;A를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StudyMate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학습 요약 및 퀴즈 생성 모바일 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108960"/>
            <a:ext cx="54864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1546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팀원: 우지훈  최백도  윤재이  강도현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MVP 개발 계획  |  Android Java + Firebase + AI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6월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StudyMate는 사용자가 입력한 학습 내용을 AI가 자동 요약하고,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객관식 4지선다 퀴즈를 생성하여 복습할 수 있도록 돕는 모바일 학습 도우미 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25603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입력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학습 내용 텍스트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직접 입력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331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331720"/>
            <a:ext cx="25603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요약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핵심 내용 3~5줄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자동 요약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331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331720"/>
            <a:ext cx="25603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퀴즈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7889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4지선다 문제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자동 생성 → 풀이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대상: 대학생 · 고등학생 · 자격증 준비생 · 시험 대비 학습자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왜 StudyMate인가?  —  주제 선정 배경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학습자가 겪는 문제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긴 학습 자료에서 핵심 내용 찾기가 어렵다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84248"/>
            <a:ext cx="73152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8424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직접 요약하는 데 시간이 너무 오래 걸린다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42616"/>
            <a:ext cx="73152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스스로 예상 문제를 만드는 과정이 번거롭다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0098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00984"/>
            <a:ext cx="73152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0098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단순 암기보다 문제 풀이 중심 복습이 더 효과적이다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59352"/>
            <a:ext cx="73152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5935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시험 기간엔 빠르게 정리하고 복습할 도구가 필요하다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868680"/>
            <a:ext cx="3931920" cy="3977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StudyMate의 해답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1600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 AI가 즉시 핵심 요약 제공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286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 자동 퀴즈 생성으로 문제 제작 부담 제거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971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 문제 풀이 중심 복습 가능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 모바일에서 언제든지 빠른 정리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대상 사용자 및 예상 규모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987552"/>
            <a:ext cx="731520" cy="7315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9875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대학생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강의자료 요약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시험 대비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987552"/>
            <a:ext cx="731520" cy="7315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9875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고등학생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2128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교과서 정리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수능/내신 대비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987552"/>
            <a:ext cx="731520" cy="7315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9875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자격증 준비생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2128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핵심 요약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반복 퀴즈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1828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987552"/>
            <a:ext cx="731520" cy="7315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9875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시험 학습자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2128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빠른 복습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이해도 점검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예상 사용자 규모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2560320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MVP 테스트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7673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 ~ 30명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200400" y="3291840"/>
            <a:ext cx="256032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학교·스터디 확장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7673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50 ~ 100명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35040" y="3291840"/>
            <a:ext cx="2560320" cy="1371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정식 배포 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7673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학생·자격증 준비생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중심 확장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무엇을  —  핵심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사용자 인증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이메일 기반 회원가입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로그인 / 로그아웃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로그인 상태 유지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학습 내용 입력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학습 제목 입력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과목명 입력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학습 내용 입력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14400"/>
            <a:ext cx="26517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요약 생성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4173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핵심 내용 3~5줄 요약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AI API 자동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요약 결과 화면 표시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퀴즈 생성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객관식 4지선다 문제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JSON 형식 응답 파싱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퀴즈 화면 표시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5176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퀴즈 풀이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보기 선택 및 정답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점수 및 정답률 계산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결과 화면 표시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9260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26080"/>
            <a:ext cx="265176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학습 기록 저장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Firestore에 기록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사용자별 데이터 분리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기록 목록 조회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사용자 흐름도  (User Flow)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960120" cy="9601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회원가입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 로그인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851660"/>
            <a:ext cx="2971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6172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77340" y="1371600"/>
            <a:ext cx="960120" cy="9601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77340" y="13716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홈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7460" y="1851660"/>
            <a:ext cx="2971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1371600"/>
            <a:ext cx="960120" cy="9601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13716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학습 내용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입력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4760" y="1851660"/>
            <a:ext cx="2971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0772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91940" y="1371600"/>
            <a:ext cx="960120" cy="960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91940" y="13716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요약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2060" y="1851660"/>
            <a:ext cx="2971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1371600"/>
            <a:ext cx="960120" cy="960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49240" y="13716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퀴즈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생성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851660"/>
            <a:ext cx="2971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5372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06540" y="1371600"/>
            <a:ext cx="960120" cy="9601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06540" y="13716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퀴즈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풀이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66660" y="1851660"/>
            <a:ext cx="2971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62672" y="17145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63840" y="1371600"/>
            <a:ext cx="960120" cy="9601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63840" y="13716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결과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확인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24231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Firebase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77340" y="24231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홈 화면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구성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24231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Firestore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저장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91940" y="24231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호출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24231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파싱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06540" y="24231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답안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선택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2423160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점수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계산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핵심 흐름 요약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3657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로그인 → 학습 내용 입력 → Firestore 저장 → AI API 호출 → 요약 반환 → 퀴즈 JSON 파싱 → 퀴즈 화면 표시 → 답안 선택 → 점수 계산 → 결과 확인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시스템 구조도  (System Architecture)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0" y="841248"/>
            <a:ext cx="5120640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841248"/>
            <a:ext cx="256032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사용자 (User)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841248"/>
            <a:ext cx="25603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Android 스마트폰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08176"/>
            <a:ext cx="0" cy="1097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40817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517904"/>
            <a:ext cx="51206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517904"/>
            <a:ext cx="256032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Android 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517904"/>
            <a:ext cx="25603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Activity · Java ·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084832"/>
            <a:ext cx="0" cy="1097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08483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2194560"/>
            <a:ext cx="512064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2194560"/>
            <a:ext cx="256032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Firebase Authentication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194560"/>
            <a:ext cx="25603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이메일 로그인 · 회원가입 · 세션 유지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761488"/>
            <a:ext cx="0" cy="1097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76148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0" y="2871216"/>
            <a:ext cx="5120640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2871216"/>
            <a:ext cx="256032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Firestore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871216"/>
            <a:ext cx="25603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학습 기록 저장 · 사용자별 데이터 분리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438144"/>
            <a:ext cx="0" cy="1097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43814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3547872"/>
            <a:ext cx="512064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11680" y="3547872"/>
            <a:ext cx="256032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API (OpenAI / Gemini)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547872"/>
            <a:ext cx="25603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요약 생성 · 퀴즈 생성 · JSON 응답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4114800"/>
            <a:ext cx="0" cy="10972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411480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4224528"/>
            <a:ext cx="5120640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11680" y="4224528"/>
            <a:ext cx="2560320" cy="5669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앱 결과 화면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4224528"/>
            <a:ext cx="25603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요약 표시 · 퀴즈 화면 · 결과 확인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914400"/>
            <a:ext cx="1554480" cy="3383280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960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보안 고려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1371600"/>
            <a:ext cx="1554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AI API Key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하드코딩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금지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별도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설정 파일로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관리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(배포 시)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Cloud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Functions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중계 구조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권장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어떻게  —  기술 스택 및 개발 방식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Native Java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모바일 앱 화면 및 로직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 Authentication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이메일 회원가입 · 로그인 · 상태 유지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Firestore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기록 저장 · 사용자별 데이터 분리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API / Gemini 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요약 생성 · 퀴즈 생성 · JSON 응답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 도구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Studio + GitHub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 · 에뮬레이터 · 형상 관리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MVP 개발 전략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1330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모든 기능보다 핵심 흐름 우선 구현  |  Activity 중심 화면 구성  |  AI 응답 불안정 대비 더미 데이터 준비  |  AI JSON 파싱 및 예외 처리 포함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핵심 개발 요소 및 구현 포인트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502920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886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사용자 인증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Firebase Auth 이메일 로그인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로그인 상태 유지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회원가입 화면 구현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41248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41248"/>
            <a:ext cx="502920" cy="1783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412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886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학습 기록 저장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344168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Firestore DB 구조 설계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사용자별 데이터 분리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제목 · 과목명 · 내용 저장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841248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41248"/>
            <a:ext cx="502920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8412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886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AI 요약 생성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344168"/>
            <a:ext cx="1965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AIService 클래스 설계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요약 프롬프트 작성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3~5줄 요약 결과 표시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5292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52928"/>
            <a:ext cx="50292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529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898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AI 퀴즈 생성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5584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퀴즈 생성 프롬프트 작성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JSON 형식 응답 설계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JSON 파싱 및 예외 처리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85292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852928"/>
            <a:ext cx="502920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8529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898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퀴즈 풀이 · 결과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335584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4지선다 보기 선택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정답 여부 확인 로직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점수 계산 · 정답률 표시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누가  —  팀 역할 분담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41148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팀원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 역할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주요 담당 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우지훈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/ UX / 화면 구조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기획, 화면 흐름, 공통 UI, 홈 화면, 발표 자료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최백도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 / Auth / 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로그인, 회원가입, Firestore 저장/조회, 데이터 모델 설계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윤재이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/ 요약 / 프롬프트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AIService, 요약 프롬프트, 퀴즈 생성 프롬프트, JSON 파싱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강도현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퀴즈 / 결과 / 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퀴즈 화면, 점수 계산, 결과 화면, 통합 테스트, 시연 데이터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246120"/>
          <a:ext cx="32004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3749040" y="3246120"/>
            <a:ext cx="5029200" cy="16459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9319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병렬 개발 구조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931920" y="370332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각 팀원이 하나의 핵심 파트를 독립적으로 개발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GitHub으로 통합 및 충돌 관리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→ 발표 전 강도현이 전체 통합 테스트 진행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언제  —  2주 MVP 개발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1주차  —  프로젝트 기반 구축 + 인증 + 학습 입력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1.  Android Studio Java 프로젝트 생성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2.  Firebase 프로젝트 생성 및 연동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3.  Firebase Authentication 설정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4.  이메일 회원가입 / 로그인 화면 구현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791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5.  로그인 상태 유지 처리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6.  홈 화면 구현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558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7.  학습 입력 화면 구현 (제목 · 과목 · 내용)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8.  Firestore DB 구조 설계 및 저장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325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9.  학습 기록 목록 조회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41148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2주차  —  AI 기능 + 퀴즈 + 발표 준비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258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1.  AIService 클래스 구현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6642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2.  AI 요약 프롬프트 작성 및 결과 화면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0025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3.  요약 결과 Firestore 저장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34086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4.  AI 퀴즈 생성 프롬프트 작성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6791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5.  JSON 응답 구조 설계 및 파싱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6.  객관식 4지선다 퀴즈 화면 구현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3558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7.  정답 여부 확인 · 점수 계산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6941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8.  결과 화면 구현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0325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9.  통합 테스트 · 오류 수정 · 발표 자료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35424" y="822960"/>
            <a:ext cx="0" cy="3703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2주 개발 일정 — 역할별 간트차트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0" y="777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1주차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777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2주차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051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16552" y="1051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04104" y="1051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91656" y="1051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08392" y="1051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D14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25880"/>
            <a:ext cx="30175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우지훈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(PM/UX)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950976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417320"/>
            <a:ext cx="8961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기획·화면 흐름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16552" y="1417320"/>
            <a:ext cx="621792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1417320"/>
            <a:ext cx="56692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홈 화면 구현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20840" y="1417320"/>
            <a:ext cx="1280160" cy="43891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417320"/>
            <a:ext cx="122529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발표 자료 제작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20824"/>
            <a:ext cx="859536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20824"/>
            <a:ext cx="30175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최백도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(Firebase)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112264"/>
            <a:ext cx="621792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112264"/>
            <a:ext cx="56692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Firebase 연동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87368" y="2112264"/>
            <a:ext cx="950976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112264"/>
            <a:ext cx="8961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Auth 구현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74920" y="2112264"/>
            <a:ext cx="950976" cy="43891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112264"/>
            <a:ext cx="8961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Firestore 설계/구현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715768"/>
            <a:ext cx="8595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715768"/>
            <a:ext cx="30175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윤재이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(AI)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74920" y="2807208"/>
            <a:ext cx="62179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807208"/>
            <a:ext cx="56692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AIService 설계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33288" y="2807208"/>
            <a:ext cx="62179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807208"/>
            <a:ext cx="56692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요약 프롬프트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91656" y="2807208"/>
            <a:ext cx="950976" cy="43891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2807208"/>
            <a:ext cx="8961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퀴즈 프롬프트·파싱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410712"/>
            <a:ext cx="859536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10712"/>
            <a:ext cx="30175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강도현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(퀴즈/QA)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33288" y="3502152"/>
            <a:ext cx="950976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3502152"/>
            <a:ext cx="89611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퀴즈 화면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20840" y="3502152"/>
            <a:ext cx="62179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3502152"/>
            <a:ext cx="56692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결과 화면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79208" y="3502152"/>
            <a:ext cx="621792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3502152"/>
            <a:ext cx="56692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통합 테스트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■ 1주차 작업    ■ 2주차 작업    ■ 테스트 / 발표 준비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2주 MVP 범위 및 우선순위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4688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1순위  —  반드시 구현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46888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로그인 / 회원가입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학습 내용 입력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Firestore 저장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AI 요약 생성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AI 퀴즈 생성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9864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퀴즈 풀이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결과 확인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387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오답노트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</a:rPr>
              <a:t>✓  마이페이지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822960"/>
            <a:ext cx="24688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822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2순위  —  시간 여유 시 구현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1234440"/>
            <a:ext cx="2468880" cy="30175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2984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△  요약 결과 저장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16459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△  날짜별 기록 조회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199339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△  UI 개선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822960"/>
            <a:ext cx="283464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822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MVP 제외 — 향후 확장 기능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1234440"/>
            <a:ext cx="283464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298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✗  다시 풀기 기능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80760" y="17007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✗  PDF 업로드 / OCR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8076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✗  음성 강의 요약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80760" y="25054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✗  친구 공유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80760" y="2907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✗  결제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8076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✗  관리자 페이지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0760" y="37124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✗  Firebase Storage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84124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434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실제 구현 현황: 오답노트(WrongAnswerActivity)와 마이페이지(MyPageActivity)는 모두 구현 완료되어 1순위에 포함했습니다.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AI API 응답이 불안정할 수 있으므로 발표용 더미 응답(예비 데이터)을 반드시 준비합니다.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최종 목표 및 기대 효과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2주 MVP 완성 목표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41148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☑  회원가입 및 로그인 완성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148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☑  학습 내용 입력 및 Firestore 저장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41148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671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☑  AI 학습 내용 요약 생성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41148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426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☑  AI 객관식 4지선다 퀴즈 생성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41148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181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☑  퀴즈 풀이 및 결과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593592"/>
            <a:ext cx="41148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9359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☑  발표에서 전체 흐름 시연 가능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기대 효과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21615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2161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⏱  시간 절약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20840" y="121615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직접 요약하는 시간 단축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691640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6916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📝  문제 제작 부담 제거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169164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퀴즈 자동 생성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67128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1671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🎯  효율적 복습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20840" y="21671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문제 풀이 중심 학습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642616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64261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📱  실전 앱 경험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26426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AI + 모바일 앱 결합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118104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11810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🚀  확장 가능성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20840" y="31181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OCR · 음성 · 공유 기능 추가 가능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069080"/>
            <a:ext cx="8412480" cy="8046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향후 확장 목표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4165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오답노트 고도화  |  PDF 업로드 / OCR  |  음성 강의 요약  |  학습 통계  |  친구 공유  |  Cloud Functions AI 보안 강화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4572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StudyMate는 AI 요약과 AI 퀴즈 생성을 통해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학습자가 더 빠르게 정리하고, 더 효율적으로 복습할 수 있도록 돕는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학습 도우미 앱입니다.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Android Java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3246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246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3246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2주 MVP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팀원: 우지훈  ·  최백도  ·  윤재이  ·  강도현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StudyMate - AI 기반 학습 도우미 앱</dc:title>
  <dc:subject>PptxGenJS Presentation</dc:subject>
  <dc:creator>PptxGenJS</dc:creator>
  <cp:lastModifiedBy>PptxGenJS</cp:lastModifiedBy>
  <cp:revision>1</cp:revision>
  <dcterms:created xsi:type="dcterms:W3CDTF">2026-06-12T04:55:08Z</dcterms:created>
  <dcterms:modified xsi:type="dcterms:W3CDTF">2026-06-12T04:55:08Z</dcterms:modified>
</cp:coreProperties>
</file>